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A400E5DF-3CFC-714C-0A31-6938134CC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3</cp:revision>
  <dcterms:created xsi:type="dcterms:W3CDTF">2026-01-11T21:42:47Z</dcterms:created>
  <dcterms:modified xsi:type="dcterms:W3CDTF">2026-01-11T21:44:13Z</dcterms:modified>
</cp:coreProperties>
</file>