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943600" cy="3959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3" autoAdjust="0"/>
    <p:restoredTop sz="94660"/>
  </p:normalViewPr>
  <p:slideViewPr>
    <p:cSldViewPr snapToGrid="0">
      <p:cViewPr varScale="1">
        <p:scale>
          <a:sx n="186" d="100"/>
          <a:sy n="186" d="100"/>
        </p:scale>
        <p:origin x="10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647957"/>
            <a:ext cx="5052060" cy="1378397"/>
          </a:xfrm>
        </p:spPr>
        <p:txBody>
          <a:bodyPr anchor="b"/>
          <a:lstStyle>
            <a:lvl1pPr algn="ctr"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2079510"/>
            <a:ext cx="4457700" cy="955896"/>
          </a:xfrm>
        </p:spPr>
        <p:txBody>
          <a:bodyPr/>
          <a:lstStyle>
            <a:lvl1pPr marL="0" indent="0" algn="ctr">
              <a:buNone/>
              <a:defRPr sz="1386"/>
            </a:lvl1pPr>
            <a:lvl2pPr marL="263942" indent="0" algn="ctr">
              <a:buNone/>
              <a:defRPr sz="1155"/>
            </a:lvl2pPr>
            <a:lvl3pPr marL="527883" indent="0" algn="ctr">
              <a:buNone/>
              <a:defRPr sz="1039"/>
            </a:lvl3pPr>
            <a:lvl4pPr marL="791825" indent="0" algn="ctr">
              <a:buNone/>
              <a:defRPr sz="924"/>
            </a:lvl4pPr>
            <a:lvl5pPr marL="1055766" indent="0" algn="ctr">
              <a:buNone/>
              <a:defRPr sz="924"/>
            </a:lvl5pPr>
            <a:lvl6pPr marL="1319708" indent="0" algn="ctr">
              <a:buNone/>
              <a:defRPr sz="924"/>
            </a:lvl6pPr>
            <a:lvl7pPr marL="1583649" indent="0" algn="ctr">
              <a:buNone/>
              <a:defRPr sz="924"/>
            </a:lvl7pPr>
            <a:lvl8pPr marL="1847591" indent="0" algn="ctr">
              <a:buNone/>
              <a:defRPr sz="924"/>
            </a:lvl8pPr>
            <a:lvl9pPr marL="2111532" indent="0" algn="ctr">
              <a:buNone/>
              <a:defRPr sz="9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7559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256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987058"/>
            <a:ext cx="5126355" cy="1646927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2649566"/>
            <a:ext cx="5126355" cy="866080"/>
          </a:xfrm>
        </p:spPr>
        <p:txBody>
          <a:bodyPr/>
          <a:lstStyle>
            <a:lvl1pPr marL="0" indent="0">
              <a:buNone/>
              <a:defRPr sz="1386">
                <a:solidFill>
                  <a:schemeClr val="tx1"/>
                </a:solidFill>
              </a:defRPr>
            </a:lvl1pPr>
            <a:lvl2pPr marL="263942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2pPr>
            <a:lvl3pPr marL="527883" indent="0">
              <a:buNone/>
              <a:defRPr sz="1039">
                <a:solidFill>
                  <a:schemeClr val="tx1">
                    <a:tint val="75000"/>
                  </a:schemeClr>
                </a:solidFill>
              </a:defRPr>
            </a:lvl3pPr>
            <a:lvl4pPr marL="791825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4pPr>
            <a:lvl5pPr marL="1055766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5pPr>
            <a:lvl6pPr marL="1319708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6pPr>
            <a:lvl7pPr marL="1583649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7pPr>
            <a:lvl8pPr marL="1847591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8pPr>
            <a:lvl9pPr marL="2111532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9049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1053960"/>
            <a:ext cx="2526030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1053960"/>
            <a:ext cx="2526030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1997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10793"/>
            <a:ext cx="5126355" cy="765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970560"/>
            <a:ext cx="2514421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1446217"/>
            <a:ext cx="2514421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970560"/>
            <a:ext cx="2526804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1446217"/>
            <a:ext cx="2526804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3310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1435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3143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63948"/>
            <a:ext cx="1916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570056"/>
            <a:ext cx="3008948" cy="2813616"/>
          </a:xfrm>
        </p:spPr>
        <p:txBody>
          <a:bodyPr/>
          <a:lstStyle>
            <a:lvl1pPr>
              <a:defRPr sz="1847"/>
            </a:lvl1pPr>
            <a:lvl2pPr>
              <a:defRPr sz="1616"/>
            </a:lvl2pPr>
            <a:lvl3pPr>
              <a:defRPr sz="1386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187768"/>
            <a:ext cx="1916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121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63948"/>
            <a:ext cx="1916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570056"/>
            <a:ext cx="3008948" cy="2813616"/>
          </a:xfrm>
        </p:spPr>
        <p:txBody>
          <a:bodyPr anchor="t"/>
          <a:lstStyle>
            <a:lvl1pPr marL="0" indent="0">
              <a:buNone/>
              <a:defRPr sz="1847"/>
            </a:lvl1pPr>
            <a:lvl2pPr marL="263942" indent="0">
              <a:buNone/>
              <a:defRPr sz="1616"/>
            </a:lvl2pPr>
            <a:lvl3pPr marL="527883" indent="0">
              <a:buNone/>
              <a:defRPr sz="1386"/>
            </a:lvl3pPr>
            <a:lvl4pPr marL="791825" indent="0">
              <a:buNone/>
              <a:defRPr sz="1155"/>
            </a:lvl4pPr>
            <a:lvl5pPr marL="1055766" indent="0">
              <a:buNone/>
              <a:defRPr sz="1155"/>
            </a:lvl5pPr>
            <a:lvl6pPr marL="1319708" indent="0">
              <a:buNone/>
              <a:defRPr sz="1155"/>
            </a:lvl6pPr>
            <a:lvl7pPr marL="1583649" indent="0">
              <a:buNone/>
              <a:defRPr sz="1155"/>
            </a:lvl7pPr>
            <a:lvl8pPr marL="1847591" indent="0">
              <a:buNone/>
              <a:defRPr sz="1155"/>
            </a:lvl8pPr>
            <a:lvl9pPr marL="2111532" indent="0">
              <a:buNone/>
              <a:defRPr sz="115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187768"/>
            <a:ext cx="1916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7345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0254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210792"/>
            <a:ext cx="1281589" cy="33552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210792"/>
            <a:ext cx="3770471" cy="33552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2862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210793"/>
            <a:ext cx="5126355" cy="76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1053960"/>
            <a:ext cx="5126355" cy="2512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3" y="3669616"/>
            <a:ext cx="133731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3669616"/>
            <a:ext cx="2005965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3669616"/>
            <a:ext cx="133731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11762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27883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971" indent="-131971" algn="l" defTabSz="527883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39591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2pPr>
      <a:lvl3pPr marL="659854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3795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187737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451679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715620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97956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243503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1pPr>
      <a:lvl2pPr marL="26394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527883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3pPr>
      <a:lvl4pPr marL="791825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055766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319708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583649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847591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11153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>
            <a:extLst>
              <a:ext uri="{FF2B5EF4-FFF2-40B4-BE49-F238E27FC236}">
                <a16:creationId xmlns:a16="http://schemas.microsoft.com/office/drawing/2014/main" id="{B6BB5644-9307-B9C2-5D2C-1E98188D6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5938838" cy="395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772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Nowicki, Marcin</dc:creator>
  <cp:lastModifiedBy>Nowicki, Marcin</cp:lastModifiedBy>
  <cp:revision>4</cp:revision>
  <dcterms:created xsi:type="dcterms:W3CDTF">2026-01-11T21:42:47Z</dcterms:created>
  <dcterms:modified xsi:type="dcterms:W3CDTF">2026-01-11T21:44:40Z</dcterms:modified>
</cp:coreProperties>
</file>