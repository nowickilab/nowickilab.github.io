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943600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13" autoAdjust="0"/>
    <p:restoredTop sz="94660"/>
  </p:normalViewPr>
  <p:slideViewPr>
    <p:cSldViewPr snapToGrid="0">
      <p:cViewPr varScale="1">
        <p:scale>
          <a:sx n="186" d="100"/>
          <a:sy n="186" d="100"/>
        </p:scale>
        <p:origin x="108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647957"/>
            <a:ext cx="5052060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079510"/>
            <a:ext cx="4457700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67559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256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987058"/>
            <a:ext cx="5126355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2649566"/>
            <a:ext cx="5126355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/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04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053960"/>
            <a:ext cx="2526030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997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10793"/>
            <a:ext cx="5126355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970560"/>
            <a:ext cx="2514421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446217"/>
            <a:ext cx="2514421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970560"/>
            <a:ext cx="2526804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446217"/>
            <a:ext cx="2526804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3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435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314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570056"/>
            <a:ext cx="3008948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21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263948"/>
            <a:ext cx="1916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570056"/>
            <a:ext cx="3008948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187768"/>
            <a:ext cx="1916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34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0254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210792"/>
            <a:ext cx="1281589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210792"/>
            <a:ext cx="3770471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286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210793"/>
            <a:ext cx="5126355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053960"/>
            <a:ext cx="5126355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919E5-E862-404F-9AAC-942CB37AC68C}" type="datetimeFigureOut">
              <a:rPr lang="pl-PL" smtClean="0"/>
              <a:t>11.01.2026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3669616"/>
            <a:ext cx="200596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3669616"/>
            <a:ext cx="133731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FC75B-F432-4FB1-B5C6-3705B22B668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762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>
            <a:extLst>
              <a:ext uri="{FF2B5EF4-FFF2-40B4-BE49-F238E27FC236}">
                <a16:creationId xmlns:a16="http://schemas.microsoft.com/office/drawing/2014/main" id="{6EAAC363-C754-19CC-355D-9874838E8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5938838" cy="395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7772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Nowicki, Marcin</dc:creator>
  <cp:lastModifiedBy>Nowicki, Marcin</cp:lastModifiedBy>
  <cp:revision>9</cp:revision>
  <dcterms:created xsi:type="dcterms:W3CDTF">2026-01-11T21:42:47Z</dcterms:created>
  <dcterms:modified xsi:type="dcterms:W3CDTF">2026-01-11T22:01:00Z</dcterms:modified>
</cp:coreProperties>
</file>