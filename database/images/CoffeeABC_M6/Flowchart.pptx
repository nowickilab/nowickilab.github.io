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9624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1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22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80" y="972715"/>
            <a:ext cx="3368040" cy="2069253"/>
          </a:xfrm>
        </p:spPr>
        <p:txBody>
          <a:bodyPr anchor="b"/>
          <a:lstStyle>
            <a:lvl1pPr algn="ctr"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300" y="3121766"/>
            <a:ext cx="2971800" cy="1434994"/>
          </a:xfrm>
        </p:spPr>
        <p:txBody>
          <a:bodyPr/>
          <a:lstStyle>
            <a:lvl1pPr marL="0" indent="0" algn="ctr">
              <a:buNone/>
              <a:defRPr sz="1040"/>
            </a:lvl1pPr>
            <a:lvl2pPr marL="198105" indent="0" algn="ctr">
              <a:buNone/>
              <a:defRPr sz="867"/>
            </a:lvl2pPr>
            <a:lvl3pPr marL="396210" indent="0" algn="ctr">
              <a:buNone/>
              <a:defRPr sz="780"/>
            </a:lvl3pPr>
            <a:lvl4pPr marL="594314" indent="0" algn="ctr">
              <a:buNone/>
              <a:defRPr sz="693"/>
            </a:lvl4pPr>
            <a:lvl5pPr marL="792419" indent="0" algn="ctr">
              <a:buNone/>
              <a:defRPr sz="693"/>
            </a:lvl5pPr>
            <a:lvl6pPr marL="990524" indent="0" algn="ctr">
              <a:buNone/>
              <a:defRPr sz="693"/>
            </a:lvl6pPr>
            <a:lvl7pPr marL="1188629" indent="0" algn="ctr">
              <a:buNone/>
              <a:defRPr sz="693"/>
            </a:lvl7pPr>
            <a:lvl8pPr marL="1386733" indent="0" algn="ctr">
              <a:buNone/>
              <a:defRPr sz="693"/>
            </a:lvl8pPr>
            <a:lvl9pPr marL="1584838" indent="0" algn="ctr">
              <a:buNone/>
              <a:defRPr sz="6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026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509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351" y="1481774"/>
            <a:ext cx="3417570" cy="2472372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351" y="3977536"/>
            <a:ext cx="3417570" cy="1300162"/>
          </a:xfrm>
        </p:spPr>
        <p:txBody>
          <a:bodyPr/>
          <a:lstStyle>
            <a:lvl1pPr marL="0" indent="0">
              <a:buNone/>
              <a:defRPr sz="1040">
                <a:solidFill>
                  <a:schemeClr val="tx1"/>
                </a:solidFill>
              </a:defRPr>
            </a:lvl1pPr>
            <a:lvl2pPr marL="198105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2pPr>
            <a:lvl3pPr marL="396210" indent="0">
              <a:buNone/>
              <a:defRPr sz="780">
                <a:solidFill>
                  <a:schemeClr val="tx1">
                    <a:tint val="75000"/>
                  </a:schemeClr>
                </a:solidFill>
              </a:defRPr>
            </a:lvl3pPr>
            <a:lvl4pPr marL="594314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4pPr>
            <a:lvl5pPr marL="792419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5pPr>
            <a:lvl6pPr marL="990524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6pPr>
            <a:lvl7pPr marL="1188629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7pPr>
            <a:lvl8pPr marL="1386733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8pPr>
            <a:lvl9pPr marL="1584838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284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415" y="1582208"/>
            <a:ext cx="168402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5965" y="1582208"/>
            <a:ext cx="168402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991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931" y="316443"/>
            <a:ext cx="341757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931" y="1457008"/>
            <a:ext cx="1676281" cy="714057"/>
          </a:xfrm>
        </p:spPr>
        <p:txBody>
          <a:bodyPr anchor="b"/>
          <a:lstStyle>
            <a:lvl1pPr marL="0" indent="0">
              <a:buNone/>
              <a:defRPr sz="1040" b="1"/>
            </a:lvl1pPr>
            <a:lvl2pPr marL="198105" indent="0">
              <a:buNone/>
              <a:defRPr sz="867" b="1"/>
            </a:lvl2pPr>
            <a:lvl3pPr marL="396210" indent="0">
              <a:buNone/>
              <a:defRPr sz="780" b="1"/>
            </a:lvl3pPr>
            <a:lvl4pPr marL="594314" indent="0">
              <a:buNone/>
              <a:defRPr sz="693" b="1"/>
            </a:lvl4pPr>
            <a:lvl5pPr marL="792419" indent="0">
              <a:buNone/>
              <a:defRPr sz="693" b="1"/>
            </a:lvl5pPr>
            <a:lvl6pPr marL="990524" indent="0">
              <a:buNone/>
              <a:defRPr sz="693" b="1"/>
            </a:lvl6pPr>
            <a:lvl7pPr marL="1188629" indent="0">
              <a:buNone/>
              <a:defRPr sz="693" b="1"/>
            </a:lvl7pPr>
            <a:lvl8pPr marL="1386733" indent="0">
              <a:buNone/>
              <a:defRPr sz="693" b="1"/>
            </a:lvl8pPr>
            <a:lvl9pPr marL="1584838" indent="0">
              <a:buNone/>
              <a:defRPr sz="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931" y="2171065"/>
            <a:ext cx="1676281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5965" y="1457008"/>
            <a:ext cx="1684536" cy="714057"/>
          </a:xfrm>
        </p:spPr>
        <p:txBody>
          <a:bodyPr anchor="b"/>
          <a:lstStyle>
            <a:lvl1pPr marL="0" indent="0">
              <a:buNone/>
              <a:defRPr sz="1040" b="1"/>
            </a:lvl1pPr>
            <a:lvl2pPr marL="198105" indent="0">
              <a:buNone/>
              <a:defRPr sz="867" b="1"/>
            </a:lvl2pPr>
            <a:lvl3pPr marL="396210" indent="0">
              <a:buNone/>
              <a:defRPr sz="780" b="1"/>
            </a:lvl3pPr>
            <a:lvl4pPr marL="594314" indent="0">
              <a:buNone/>
              <a:defRPr sz="693" b="1"/>
            </a:lvl4pPr>
            <a:lvl5pPr marL="792419" indent="0">
              <a:buNone/>
              <a:defRPr sz="693" b="1"/>
            </a:lvl5pPr>
            <a:lvl6pPr marL="990524" indent="0">
              <a:buNone/>
              <a:defRPr sz="693" b="1"/>
            </a:lvl6pPr>
            <a:lvl7pPr marL="1188629" indent="0">
              <a:buNone/>
              <a:defRPr sz="693" b="1"/>
            </a:lvl7pPr>
            <a:lvl8pPr marL="1386733" indent="0">
              <a:buNone/>
              <a:defRPr sz="693" b="1"/>
            </a:lvl8pPr>
            <a:lvl9pPr marL="1584838" indent="0">
              <a:buNone/>
              <a:defRPr sz="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5965" y="2171065"/>
            <a:ext cx="1684536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743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938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60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931" y="396240"/>
            <a:ext cx="1277977" cy="1386840"/>
          </a:xfrm>
        </p:spPr>
        <p:txBody>
          <a:bodyPr anchor="b"/>
          <a:lstStyle>
            <a:lvl1pPr>
              <a:defRPr sz="1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4536" y="855770"/>
            <a:ext cx="2005965" cy="4223808"/>
          </a:xfrm>
        </p:spPr>
        <p:txBody>
          <a:bodyPr/>
          <a:lstStyle>
            <a:lvl1pPr>
              <a:defRPr sz="1387"/>
            </a:lvl1pPr>
            <a:lvl2pPr>
              <a:defRPr sz="1213"/>
            </a:lvl2pPr>
            <a:lvl3pPr>
              <a:defRPr sz="1040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931" y="1783080"/>
            <a:ext cx="1277977" cy="3303376"/>
          </a:xfrm>
        </p:spPr>
        <p:txBody>
          <a:bodyPr/>
          <a:lstStyle>
            <a:lvl1pPr marL="0" indent="0">
              <a:buNone/>
              <a:defRPr sz="693"/>
            </a:lvl1pPr>
            <a:lvl2pPr marL="198105" indent="0">
              <a:buNone/>
              <a:defRPr sz="607"/>
            </a:lvl2pPr>
            <a:lvl3pPr marL="396210" indent="0">
              <a:buNone/>
              <a:defRPr sz="520"/>
            </a:lvl3pPr>
            <a:lvl4pPr marL="594314" indent="0">
              <a:buNone/>
              <a:defRPr sz="433"/>
            </a:lvl4pPr>
            <a:lvl5pPr marL="792419" indent="0">
              <a:buNone/>
              <a:defRPr sz="433"/>
            </a:lvl5pPr>
            <a:lvl6pPr marL="990524" indent="0">
              <a:buNone/>
              <a:defRPr sz="433"/>
            </a:lvl6pPr>
            <a:lvl7pPr marL="1188629" indent="0">
              <a:buNone/>
              <a:defRPr sz="433"/>
            </a:lvl7pPr>
            <a:lvl8pPr marL="1386733" indent="0">
              <a:buNone/>
              <a:defRPr sz="433"/>
            </a:lvl8pPr>
            <a:lvl9pPr marL="1584838" indent="0">
              <a:buNone/>
              <a:defRPr sz="4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242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931" y="396240"/>
            <a:ext cx="1277977" cy="1386840"/>
          </a:xfrm>
        </p:spPr>
        <p:txBody>
          <a:bodyPr anchor="b"/>
          <a:lstStyle>
            <a:lvl1pPr>
              <a:defRPr sz="1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4536" y="855770"/>
            <a:ext cx="2005965" cy="4223808"/>
          </a:xfrm>
        </p:spPr>
        <p:txBody>
          <a:bodyPr anchor="t"/>
          <a:lstStyle>
            <a:lvl1pPr marL="0" indent="0">
              <a:buNone/>
              <a:defRPr sz="1387"/>
            </a:lvl1pPr>
            <a:lvl2pPr marL="198105" indent="0">
              <a:buNone/>
              <a:defRPr sz="1213"/>
            </a:lvl2pPr>
            <a:lvl3pPr marL="396210" indent="0">
              <a:buNone/>
              <a:defRPr sz="1040"/>
            </a:lvl3pPr>
            <a:lvl4pPr marL="594314" indent="0">
              <a:buNone/>
              <a:defRPr sz="867"/>
            </a:lvl4pPr>
            <a:lvl5pPr marL="792419" indent="0">
              <a:buNone/>
              <a:defRPr sz="867"/>
            </a:lvl5pPr>
            <a:lvl6pPr marL="990524" indent="0">
              <a:buNone/>
              <a:defRPr sz="867"/>
            </a:lvl6pPr>
            <a:lvl7pPr marL="1188629" indent="0">
              <a:buNone/>
              <a:defRPr sz="867"/>
            </a:lvl7pPr>
            <a:lvl8pPr marL="1386733" indent="0">
              <a:buNone/>
              <a:defRPr sz="867"/>
            </a:lvl8pPr>
            <a:lvl9pPr marL="1584838" indent="0">
              <a:buNone/>
              <a:defRPr sz="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931" y="1783080"/>
            <a:ext cx="1277977" cy="3303376"/>
          </a:xfrm>
        </p:spPr>
        <p:txBody>
          <a:bodyPr/>
          <a:lstStyle>
            <a:lvl1pPr marL="0" indent="0">
              <a:buNone/>
              <a:defRPr sz="693"/>
            </a:lvl1pPr>
            <a:lvl2pPr marL="198105" indent="0">
              <a:buNone/>
              <a:defRPr sz="607"/>
            </a:lvl2pPr>
            <a:lvl3pPr marL="396210" indent="0">
              <a:buNone/>
              <a:defRPr sz="520"/>
            </a:lvl3pPr>
            <a:lvl4pPr marL="594314" indent="0">
              <a:buNone/>
              <a:defRPr sz="433"/>
            </a:lvl4pPr>
            <a:lvl5pPr marL="792419" indent="0">
              <a:buNone/>
              <a:defRPr sz="433"/>
            </a:lvl5pPr>
            <a:lvl6pPr marL="990524" indent="0">
              <a:buNone/>
              <a:defRPr sz="433"/>
            </a:lvl6pPr>
            <a:lvl7pPr marL="1188629" indent="0">
              <a:buNone/>
              <a:defRPr sz="433"/>
            </a:lvl7pPr>
            <a:lvl8pPr marL="1386733" indent="0">
              <a:buNone/>
              <a:defRPr sz="433"/>
            </a:lvl8pPr>
            <a:lvl9pPr marL="1584838" indent="0">
              <a:buNone/>
              <a:defRPr sz="4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5337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65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5592" y="316442"/>
            <a:ext cx="854393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415" y="316442"/>
            <a:ext cx="2513648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383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415" y="316443"/>
            <a:ext cx="341757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415" y="1582208"/>
            <a:ext cx="341757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415" y="5508838"/>
            <a:ext cx="8915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AC2B9-3CE7-4A09-B3A7-C3179B930131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2545" y="5508838"/>
            <a:ext cx="133731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8445" y="5508838"/>
            <a:ext cx="8915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5305-30A0-41BF-8B75-500FFA10BBB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615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96210" rtl="0" eaLnBrk="1" latinLnBrk="0" hangingPunct="1">
        <a:lnSpc>
          <a:spcPct val="90000"/>
        </a:lnSpc>
        <a:spcBef>
          <a:spcPct val="0"/>
        </a:spcBef>
        <a:buNone/>
        <a:defRPr sz="1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9052" indent="-99052" algn="l" defTabSz="3962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213" kern="1200">
          <a:solidFill>
            <a:schemeClr val="tx1"/>
          </a:solidFill>
          <a:latin typeface="+mn-lt"/>
          <a:ea typeface="+mn-ea"/>
          <a:cs typeface="+mn-cs"/>
        </a:defRPr>
      </a:lvl1pPr>
      <a:lvl2pPr marL="297157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2pPr>
      <a:lvl3pPr marL="495262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3pPr>
      <a:lvl4pPr marL="693367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4pPr>
      <a:lvl5pPr marL="891471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5pPr>
      <a:lvl6pPr marL="1089576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6pPr>
      <a:lvl7pPr marL="1287681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7pPr>
      <a:lvl8pPr marL="1485786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8pPr>
      <a:lvl9pPr marL="1683890" indent="-99052" algn="l" defTabSz="396210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1pPr>
      <a:lvl2pPr marL="198105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2pPr>
      <a:lvl3pPr marL="396210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3pPr>
      <a:lvl4pPr marL="594314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4pPr>
      <a:lvl5pPr marL="792419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5pPr>
      <a:lvl6pPr marL="990524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6pPr>
      <a:lvl7pPr marL="1188629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7pPr>
      <a:lvl8pPr marL="1386733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8pPr>
      <a:lvl9pPr marL="1584838" algn="l" defTabSz="396210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0F2D348-F09E-9BCB-8B04-9BEF77734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624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295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1</cp:revision>
  <dcterms:created xsi:type="dcterms:W3CDTF">2026-01-11T21:39:39Z</dcterms:created>
  <dcterms:modified xsi:type="dcterms:W3CDTF">2026-01-11T21:39:59Z</dcterms:modified>
</cp:coreProperties>
</file>