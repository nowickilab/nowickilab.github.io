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1A7F0B07-AD4E-BA80-F3AD-C2A645D8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5</cp:revision>
  <dcterms:created xsi:type="dcterms:W3CDTF">2026-01-11T21:42:47Z</dcterms:created>
  <dcterms:modified xsi:type="dcterms:W3CDTF">2026-01-11T21:45:19Z</dcterms:modified>
</cp:coreProperties>
</file>