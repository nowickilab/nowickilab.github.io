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0">
            <a:extLst>
              <a:ext uri="{FF2B5EF4-FFF2-40B4-BE49-F238E27FC236}">
                <a16:creationId xmlns:a16="http://schemas.microsoft.com/office/drawing/2014/main" id="{52CA1F05-A565-DBE2-E97A-AFAD9D86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8</cp:revision>
  <dcterms:created xsi:type="dcterms:W3CDTF">2026-01-11T21:42:47Z</dcterms:created>
  <dcterms:modified xsi:type="dcterms:W3CDTF">2026-01-11T21:46:46Z</dcterms:modified>
</cp:coreProperties>
</file>