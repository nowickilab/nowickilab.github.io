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3942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1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25ED5-D4B7-B9D1-E161-3AC0946BEC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6349A1-B534-1500-6CEE-04D18CAA30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EC57C-13C3-F233-38A4-68699BE46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4041E-2374-4FB6-92DE-0C99FFE395AA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832A8-D69E-9EA5-5D8E-588156773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341DF-23E4-48F5-649F-3078ED640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BF680-95C3-4C12-928A-96C17C55EF0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9215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FD85A-9407-9041-C94C-706BDBF5D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884F4-B337-9CC8-B6A0-76AD1B259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2BC03-9EB9-60A2-E6FD-4EE3AEB30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4041E-2374-4FB6-92DE-0C99FFE395AA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B59BA-74ED-FC2B-782B-26FC57F01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C666A-02C1-2F96-6B2E-7E1DCB5C8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BF680-95C3-4C12-928A-96C17C55EF0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78084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B02E4-52FA-A58F-2E52-32805330C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217B0-D3D8-950A-82E9-322302162D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971DA-9D08-08E9-336B-10D34FBA9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4041E-2374-4FB6-92DE-0C99FFE395AA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DFA1C-EF36-AAF7-B73F-D7D6B1056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A2521-6BE8-9993-04E9-B9893D84F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BF680-95C3-4C12-928A-96C17C55EF0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83256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B8258-1E2A-FF56-E955-9CB5AC3B4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40E9F-629C-A2B2-FDB3-9656EA20FC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2717CD-BFEA-840D-D306-DFB6AEF3E2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6EE493-2DF3-6B71-51A3-8674CC59A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4041E-2374-4FB6-92DE-0C99FFE395AA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962D18-854D-5614-FD5F-5A49C753F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FCD067-9906-230F-58F8-9B059E230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BF680-95C3-4C12-928A-96C17C55EF0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99002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D53FF-645D-962E-C570-A91090357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D00255-B478-7635-2F66-378C08FD4A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216D40-5DDF-470E-116E-552A35942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A9B25C-6B95-054A-6EC6-17A9A4BD62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E49B31-2F43-E02C-91CF-68F9872E57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523E1C-25C8-8E52-6951-ECC82D223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4041E-2374-4FB6-92DE-0C99FFE395AA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A2667F-7ACA-5EE4-10BB-CD59372B7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AF369A-57EA-0C33-52CD-B2D4B773D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BF680-95C3-4C12-928A-96C17C55EF0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83285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4B31A-438A-E50A-5A82-E1A046F13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455DA2-A7D3-A72B-700C-25C56D310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4041E-2374-4FB6-92DE-0C99FFE395AA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E9245A-612B-89B1-F989-CE8AB598F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015134-C125-C356-8ED9-4C32B4D3A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BF680-95C3-4C12-928A-96C17C55EF0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20721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5AB4C8-89AC-2682-2956-C278EFDAA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4041E-2374-4FB6-92DE-0C99FFE395AA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5BD315-CD9B-66BC-7116-06AD6D176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F0577C-9D0C-E923-0087-9707ECA59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BF680-95C3-4C12-928A-96C17C55EF0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76824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4C5F1-AF80-2323-7983-33884491A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8085D-94D7-5917-5F4D-5B2389B64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29FBA3-245F-159B-DD1A-49BD9BA4ED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1DD6EF-78C0-F402-DF51-CFD4BF1B5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4041E-2374-4FB6-92DE-0C99FFE395AA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35CF5-0628-1F10-E698-3BBB0FBAD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7C1E31-EC6F-3A20-5B16-A37341997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BF680-95C3-4C12-928A-96C17C55EF0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16684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520D0-5F85-5945-8A3B-97B52E764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366393-6B66-96EE-4720-CDF0ACFBD8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E71A22-F67A-B349-7AFA-5DDB45EC9E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93ED7D-B000-CC7A-626A-9C80611CD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4041E-2374-4FB6-92DE-0C99FFE395AA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4BF82A-511D-126D-52FA-6B691EC58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7F9A96-9D61-76CD-3A1C-E7B6D8A90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BF680-95C3-4C12-928A-96C17C55EF0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08888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B93F0-08F6-C06D-6336-0A86CFB8E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EFFD48-3A21-E5D2-8BB9-B5858ADC8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2A62-EAFE-980F-1609-BB361C845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4041E-2374-4FB6-92DE-0C99FFE395AA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DDFED-A151-8646-857A-EBEF27738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D596F-F783-201F-4B12-5362382E4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BF680-95C3-4C12-928A-96C17C55EF0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58150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8B2147-68A6-65C6-79CD-63B57AFAF6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CEDCAE-2D57-D78E-C462-61AD2AA111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5DB2D-2E95-8B2D-A9C8-01012537D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4041E-2374-4FB6-92DE-0C99FFE395AA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047CF-9691-05DD-FB1A-B70387A80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2F6D3-5076-F507-1A43-7509F3AE0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BF680-95C3-4C12-928A-96C17C55EF0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5061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52BAD7-B48D-A09C-4CCB-D79D967DA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15ADB1-978F-0418-51E4-8099FE01FE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B693E-2560-A0C0-F128-520AC7870C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14041E-2374-4FB6-92DE-0C99FFE395AA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2A6B7E-6525-BFA1-3423-CF9A94A215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7B9F3-8D0C-B449-4179-78C1310D4C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BF680-95C3-4C12-928A-96C17C55EF0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76946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DCEB5F1-62CF-F42D-4176-EA24DF71AD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332541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5336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Nowicki, Marcin</dc:creator>
  <cp:lastModifiedBy>Nowicki, Marcin</cp:lastModifiedBy>
  <cp:revision>1</cp:revision>
  <dcterms:created xsi:type="dcterms:W3CDTF">2026-01-11T21:28:33Z</dcterms:created>
  <dcterms:modified xsi:type="dcterms:W3CDTF">2026-01-11T21:29:04Z</dcterms:modified>
</cp:coreProperties>
</file>