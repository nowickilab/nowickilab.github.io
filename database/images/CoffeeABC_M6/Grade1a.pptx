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5943600" cy="3959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13" autoAdjust="0"/>
    <p:restoredTop sz="94660"/>
  </p:normalViewPr>
  <p:slideViewPr>
    <p:cSldViewPr snapToGrid="0">
      <p:cViewPr varScale="1">
        <p:scale>
          <a:sx n="186" d="100"/>
          <a:sy n="186" d="100"/>
        </p:scale>
        <p:origin x="108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770" y="647957"/>
            <a:ext cx="5052060" cy="1378397"/>
          </a:xfrm>
        </p:spPr>
        <p:txBody>
          <a:bodyPr anchor="b"/>
          <a:lstStyle>
            <a:lvl1pPr algn="ctr">
              <a:defRPr sz="3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950" y="2079510"/>
            <a:ext cx="4457700" cy="955896"/>
          </a:xfrm>
        </p:spPr>
        <p:txBody>
          <a:bodyPr/>
          <a:lstStyle>
            <a:lvl1pPr marL="0" indent="0" algn="ctr">
              <a:buNone/>
              <a:defRPr sz="1386"/>
            </a:lvl1pPr>
            <a:lvl2pPr marL="263942" indent="0" algn="ctr">
              <a:buNone/>
              <a:defRPr sz="1155"/>
            </a:lvl2pPr>
            <a:lvl3pPr marL="527883" indent="0" algn="ctr">
              <a:buNone/>
              <a:defRPr sz="1039"/>
            </a:lvl3pPr>
            <a:lvl4pPr marL="791825" indent="0" algn="ctr">
              <a:buNone/>
              <a:defRPr sz="924"/>
            </a:lvl4pPr>
            <a:lvl5pPr marL="1055766" indent="0" algn="ctr">
              <a:buNone/>
              <a:defRPr sz="924"/>
            </a:lvl5pPr>
            <a:lvl6pPr marL="1319708" indent="0" algn="ctr">
              <a:buNone/>
              <a:defRPr sz="924"/>
            </a:lvl6pPr>
            <a:lvl7pPr marL="1583649" indent="0" algn="ctr">
              <a:buNone/>
              <a:defRPr sz="924"/>
            </a:lvl7pPr>
            <a:lvl8pPr marL="1847591" indent="0" algn="ctr">
              <a:buNone/>
              <a:defRPr sz="924"/>
            </a:lvl8pPr>
            <a:lvl9pPr marL="2111532" indent="0" algn="ctr">
              <a:buNone/>
              <a:defRPr sz="9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67559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72563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527" y="987058"/>
            <a:ext cx="5126355" cy="1646927"/>
          </a:xfrm>
        </p:spPr>
        <p:txBody>
          <a:bodyPr anchor="b"/>
          <a:lstStyle>
            <a:lvl1pPr>
              <a:defRPr sz="3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527" y="2649566"/>
            <a:ext cx="5126355" cy="866080"/>
          </a:xfrm>
        </p:spPr>
        <p:txBody>
          <a:bodyPr/>
          <a:lstStyle>
            <a:lvl1pPr marL="0" indent="0">
              <a:buNone/>
              <a:defRPr sz="1386">
                <a:solidFill>
                  <a:schemeClr val="tx1"/>
                </a:solidFill>
              </a:defRPr>
            </a:lvl1pPr>
            <a:lvl2pPr marL="263942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2pPr>
            <a:lvl3pPr marL="527883" indent="0">
              <a:buNone/>
              <a:defRPr sz="1039">
                <a:solidFill>
                  <a:schemeClr val="tx1">
                    <a:tint val="75000"/>
                  </a:schemeClr>
                </a:solidFill>
              </a:defRPr>
            </a:lvl3pPr>
            <a:lvl4pPr marL="791825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4pPr>
            <a:lvl5pPr marL="1055766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5pPr>
            <a:lvl6pPr marL="1319708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6pPr>
            <a:lvl7pPr marL="1583649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7pPr>
            <a:lvl8pPr marL="1847591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8pPr>
            <a:lvl9pPr marL="2111532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69049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623" y="1053960"/>
            <a:ext cx="2526030" cy="25120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8948" y="1053960"/>
            <a:ext cx="2526030" cy="25120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19970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210793"/>
            <a:ext cx="5126355" cy="765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397" y="970560"/>
            <a:ext cx="2514421" cy="475657"/>
          </a:xfrm>
        </p:spPr>
        <p:txBody>
          <a:bodyPr anchor="b"/>
          <a:lstStyle>
            <a:lvl1pPr marL="0" indent="0">
              <a:buNone/>
              <a:defRPr sz="1386" b="1"/>
            </a:lvl1pPr>
            <a:lvl2pPr marL="263942" indent="0">
              <a:buNone/>
              <a:defRPr sz="1155" b="1"/>
            </a:lvl2pPr>
            <a:lvl3pPr marL="527883" indent="0">
              <a:buNone/>
              <a:defRPr sz="1039" b="1"/>
            </a:lvl3pPr>
            <a:lvl4pPr marL="791825" indent="0">
              <a:buNone/>
              <a:defRPr sz="924" b="1"/>
            </a:lvl4pPr>
            <a:lvl5pPr marL="1055766" indent="0">
              <a:buNone/>
              <a:defRPr sz="924" b="1"/>
            </a:lvl5pPr>
            <a:lvl6pPr marL="1319708" indent="0">
              <a:buNone/>
              <a:defRPr sz="924" b="1"/>
            </a:lvl6pPr>
            <a:lvl7pPr marL="1583649" indent="0">
              <a:buNone/>
              <a:defRPr sz="924" b="1"/>
            </a:lvl7pPr>
            <a:lvl8pPr marL="1847591" indent="0">
              <a:buNone/>
              <a:defRPr sz="924" b="1"/>
            </a:lvl8pPr>
            <a:lvl9pPr marL="2111532" indent="0">
              <a:buNone/>
              <a:defRPr sz="9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397" y="1446217"/>
            <a:ext cx="2514421" cy="2127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8948" y="970560"/>
            <a:ext cx="2526804" cy="475657"/>
          </a:xfrm>
        </p:spPr>
        <p:txBody>
          <a:bodyPr anchor="b"/>
          <a:lstStyle>
            <a:lvl1pPr marL="0" indent="0">
              <a:buNone/>
              <a:defRPr sz="1386" b="1"/>
            </a:lvl1pPr>
            <a:lvl2pPr marL="263942" indent="0">
              <a:buNone/>
              <a:defRPr sz="1155" b="1"/>
            </a:lvl2pPr>
            <a:lvl3pPr marL="527883" indent="0">
              <a:buNone/>
              <a:defRPr sz="1039" b="1"/>
            </a:lvl3pPr>
            <a:lvl4pPr marL="791825" indent="0">
              <a:buNone/>
              <a:defRPr sz="924" b="1"/>
            </a:lvl4pPr>
            <a:lvl5pPr marL="1055766" indent="0">
              <a:buNone/>
              <a:defRPr sz="924" b="1"/>
            </a:lvl5pPr>
            <a:lvl6pPr marL="1319708" indent="0">
              <a:buNone/>
              <a:defRPr sz="924" b="1"/>
            </a:lvl6pPr>
            <a:lvl7pPr marL="1583649" indent="0">
              <a:buNone/>
              <a:defRPr sz="924" b="1"/>
            </a:lvl7pPr>
            <a:lvl8pPr marL="1847591" indent="0">
              <a:buNone/>
              <a:defRPr sz="924" b="1"/>
            </a:lvl8pPr>
            <a:lvl9pPr marL="2111532" indent="0">
              <a:buNone/>
              <a:defRPr sz="9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8948" y="1446217"/>
            <a:ext cx="2526804" cy="2127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73310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14355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3143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263948"/>
            <a:ext cx="1916966" cy="923819"/>
          </a:xfrm>
        </p:spPr>
        <p:txBody>
          <a:bodyPr anchor="b"/>
          <a:lstStyle>
            <a:lvl1pPr>
              <a:defRPr sz="18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6804" y="570056"/>
            <a:ext cx="3008948" cy="2813616"/>
          </a:xfrm>
        </p:spPr>
        <p:txBody>
          <a:bodyPr/>
          <a:lstStyle>
            <a:lvl1pPr>
              <a:defRPr sz="1847"/>
            </a:lvl1pPr>
            <a:lvl2pPr>
              <a:defRPr sz="1616"/>
            </a:lvl2pPr>
            <a:lvl3pPr>
              <a:defRPr sz="1386"/>
            </a:lvl3pPr>
            <a:lvl4pPr>
              <a:defRPr sz="1155"/>
            </a:lvl4pPr>
            <a:lvl5pPr>
              <a:defRPr sz="1155"/>
            </a:lvl5pPr>
            <a:lvl6pPr>
              <a:defRPr sz="1155"/>
            </a:lvl6pPr>
            <a:lvl7pPr>
              <a:defRPr sz="1155"/>
            </a:lvl7pPr>
            <a:lvl8pPr>
              <a:defRPr sz="1155"/>
            </a:lvl8pPr>
            <a:lvl9pPr>
              <a:defRPr sz="11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1187768"/>
            <a:ext cx="1916966" cy="2200486"/>
          </a:xfrm>
        </p:spPr>
        <p:txBody>
          <a:bodyPr/>
          <a:lstStyle>
            <a:lvl1pPr marL="0" indent="0">
              <a:buNone/>
              <a:defRPr sz="924"/>
            </a:lvl1pPr>
            <a:lvl2pPr marL="263942" indent="0">
              <a:buNone/>
              <a:defRPr sz="808"/>
            </a:lvl2pPr>
            <a:lvl3pPr marL="527883" indent="0">
              <a:buNone/>
              <a:defRPr sz="693"/>
            </a:lvl3pPr>
            <a:lvl4pPr marL="791825" indent="0">
              <a:buNone/>
              <a:defRPr sz="577"/>
            </a:lvl4pPr>
            <a:lvl5pPr marL="1055766" indent="0">
              <a:buNone/>
              <a:defRPr sz="577"/>
            </a:lvl5pPr>
            <a:lvl6pPr marL="1319708" indent="0">
              <a:buNone/>
              <a:defRPr sz="577"/>
            </a:lvl6pPr>
            <a:lvl7pPr marL="1583649" indent="0">
              <a:buNone/>
              <a:defRPr sz="577"/>
            </a:lvl7pPr>
            <a:lvl8pPr marL="1847591" indent="0">
              <a:buNone/>
              <a:defRPr sz="577"/>
            </a:lvl8pPr>
            <a:lvl9pPr marL="2111532" indent="0">
              <a:buNone/>
              <a:defRPr sz="5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51217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263948"/>
            <a:ext cx="1916966" cy="923819"/>
          </a:xfrm>
        </p:spPr>
        <p:txBody>
          <a:bodyPr anchor="b"/>
          <a:lstStyle>
            <a:lvl1pPr>
              <a:defRPr sz="18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6804" y="570056"/>
            <a:ext cx="3008948" cy="2813616"/>
          </a:xfrm>
        </p:spPr>
        <p:txBody>
          <a:bodyPr anchor="t"/>
          <a:lstStyle>
            <a:lvl1pPr marL="0" indent="0">
              <a:buNone/>
              <a:defRPr sz="1847"/>
            </a:lvl1pPr>
            <a:lvl2pPr marL="263942" indent="0">
              <a:buNone/>
              <a:defRPr sz="1616"/>
            </a:lvl2pPr>
            <a:lvl3pPr marL="527883" indent="0">
              <a:buNone/>
              <a:defRPr sz="1386"/>
            </a:lvl3pPr>
            <a:lvl4pPr marL="791825" indent="0">
              <a:buNone/>
              <a:defRPr sz="1155"/>
            </a:lvl4pPr>
            <a:lvl5pPr marL="1055766" indent="0">
              <a:buNone/>
              <a:defRPr sz="1155"/>
            </a:lvl5pPr>
            <a:lvl6pPr marL="1319708" indent="0">
              <a:buNone/>
              <a:defRPr sz="1155"/>
            </a:lvl6pPr>
            <a:lvl7pPr marL="1583649" indent="0">
              <a:buNone/>
              <a:defRPr sz="1155"/>
            </a:lvl7pPr>
            <a:lvl8pPr marL="1847591" indent="0">
              <a:buNone/>
              <a:defRPr sz="1155"/>
            </a:lvl8pPr>
            <a:lvl9pPr marL="2111532" indent="0">
              <a:buNone/>
              <a:defRPr sz="115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1187768"/>
            <a:ext cx="1916966" cy="2200486"/>
          </a:xfrm>
        </p:spPr>
        <p:txBody>
          <a:bodyPr/>
          <a:lstStyle>
            <a:lvl1pPr marL="0" indent="0">
              <a:buNone/>
              <a:defRPr sz="924"/>
            </a:lvl1pPr>
            <a:lvl2pPr marL="263942" indent="0">
              <a:buNone/>
              <a:defRPr sz="808"/>
            </a:lvl2pPr>
            <a:lvl3pPr marL="527883" indent="0">
              <a:buNone/>
              <a:defRPr sz="693"/>
            </a:lvl3pPr>
            <a:lvl4pPr marL="791825" indent="0">
              <a:buNone/>
              <a:defRPr sz="577"/>
            </a:lvl4pPr>
            <a:lvl5pPr marL="1055766" indent="0">
              <a:buNone/>
              <a:defRPr sz="577"/>
            </a:lvl5pPr>
            <a:lvl6pPr marL="1319708" indent="0">
              <a:buNone/>
              <a:defRPr sz="577"/>
            </a:lvl6pPr>
            <a:lvl7pPr marL="1583649" indent="0">
              <a:buNone/>
              <a:defRPr sz="577"/>
            </a:lvl7pPr>
            <a:lvl8pPr marL="1847591" indent="0">
              <a:buNone/>
              <a:defRPr sz="577"/>
            </a:lvl8pPr>
            <a:lvl9pPr marL="2111532" indent="0">
              <a:buNone/>
              <a:defRPr sz="5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07345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0254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3389" y="210792"/>
            <a:ext cx="1281589" cy="33552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623" y="210792"/>
            <a:ext cx="3770471" cy="33552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62862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623" y="210793"/>
            <a:ext cx="5126355" cy="76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623" y="1053960"/>
            <a:ext cx="5126355" cy="2512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623" y="3669616"/>
            <a:ext cx="1337310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8818" y="3669616"/>
            <a:ext cx="2005965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7668" y="3669616"/>
            <a:ext cx="1337310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11762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27883" rtl="0" eaLnBrk="1" latinLnBrk="0" hangingPunct="1">
        <a:lnSpc>
          <a:spcPct val="90000"/>
        </a:lnSpc>
        <a:spcBef>
          <a:spcPct val="0"/>
        </a:spcBef>
        <a:buNone/>
        <a:defRPr sz="25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1971" indent="-131971" algn="l" defTabSz="527883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1616" kern="1200">
          <a:solidFill>
            <a:schemeClr val="tx1"/>
          </a:solidFill>
          <a:latin typeface="+mn-lt"/>
          <a:ea typeface="+mn-ea"/>
          <a:cs typeface="+mn-cs"/>
        </a:defRPr>
      </a:lvl1pPr>
      <a:lvl2pPr marL="395912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386" kern="1200">
          <a:solidFill>
            <a:schemeClr val="tx1"/>
          </a:solidFill>
          <a:latin typeface="+mn-lt"/>
          <a:ea typeface="+mn-ea"/>
          <a:cs typeface="+mn-cs"/>
        </a:defRPr>
      </a:lvl2pPr>
      <a:lvl3pPr marL="659854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3pPr>
      <a:lvl4pPr marL="923795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4pPr>
      <a:lvl5pPr marL="1187737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5pPr>
      <a:lvl6pPr marL="1451679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6pPr>
      <a:lvl7pPr marL="1715620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7pPr>
      <a:lvl8pPr marL="1979562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8pPr>
      <a:lvl9pPr marL="2243503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1pPr>
      <a:lvl2pPr marL="263942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2pPr>
      <a:lvl3pPr marL="527883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3pPr>
      <a:lvl4pPr marL="791825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4pPr>
      <a:lvl5pPr marL="1055766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5pPr>
      <a:lvl6pPr marL="1319708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6pPr>
      <a:lvl7pPr marL="1583649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7pPr>
      <a:lvl8pPr marL="1847591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8pPr>
      <a:lvl9pPr marL="2111532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6AF1A1BE-497A-8AB1-FBE4-25A33857B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5938838" cy="395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7772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Nowicki, Marcin</dc:creator>
  <cp:lastModifiedBy>Nowicki, Marcin</cp:lastModifiedBy>
  <cp:revision>1</cp:revision>
  <dcterms:created xsi:type="dcterms:W3CDTF">2026-01-11T21:42:47Z</dcterms:created>
  <dcterms:modified xsi:type="dcterms:W3CDTF">2026-01-11T21:43:12Z</dcterms:modified>
</cp:coreProperties>
</file>