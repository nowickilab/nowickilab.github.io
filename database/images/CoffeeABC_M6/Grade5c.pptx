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5943600" cy="39592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13" autoAdjust="0"/>
    <p:restoredTop sz="94660"/>
  </p:normalViewPr>
  <p:slideViewPr>
    <p:cSldViewPr snapToGrid="0">
      <p:cViewPr varScale="1">
        <p:scale>
          <a:sx n="186" d="100"/>
          <a:sy n="186" d="100"/>
        </p:scale>
        <p:origin x="1080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45770" y="647957"/>
            <a:ext cx="5052060" cy="1378397"/>
          </a:xfrm>
        </p:spPr>
        <p:txBody>
          <a:bodyPr anchor="b"/>
          <a:lstStyle>
            <a:lvl1pPr algn="ctr">
              <a:defRPr sz="346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42950" y="2079510"/>
            <a:ext cx="4457700" cy="955896"/>
          </a:xfrm>
        </p:spPr>
        <p:txBody>
          <a:bodyPr/>
          <a:lstStyle>
            <a:lvl1pPr marL="0" indent="0" algn="ctr">
              <a:buNone/>
              <a:defRPr sz="1386"/>
            </a:lvl1pPr>
            <a:lvl2pPr marL="263942" indent="0" algn="ctr">
              <a:buNone/>
              <a:defRPr sz="1155"/>
            </a:lvl2pPr>
            <a:lvl3pPr marL="527883" indent="0" algn="ctr">
              <a:buNone/>
              <a:defRPr sz="1039"/>
            </a:lvl3pPr>
            <a:lvl4pPr marL="791825" indent="0" algn="ctr">
              <a:buNone/>
              <a:defRPr sz="924"/>
            </a:lvl4pPr>
            <a:lvl5pPr marL="1055766" indent="0" algn="ctr">
              <a:buNone/>
              <a:defRPr sz="924"/>
            </a:lvl5pPr>
            <a:lvl6pPr marL="1319708" indent="0" algn="ctr">
              <a:buNone/>
              <a:defRPr sz="924"/>
            </a:lvl6pPr>
            <a:lvl7pPr marL="1583649" indent="0" algn="ctr">
              <a:buNone/>
              <a:defRPr sz="924"/>
            </a:lvl7pPr>
            <a:lvl8pPr marL="1847591" indent="0" algn="ctr">
              <a:buNone/>
              <a:defRPr sz="924"/>
            </a:lvl8pPr>
            <a:lvl9pPr marL="2111532" indent="0" algn="ctr">
              <a:buNone/>
              <a:defRPr sz="924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919E5-E862-404F-9AAC-942CB37AC68C}" type="datetimeFigureOut">
              <a:rPr lang="pl-PL" smtClean="0"/>
              <a:t>11.01.2026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FC75B-F432-4FB1-B5C6-3705B22B6689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3675597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919E5-E862-404F-9AAC-942CB37AC68C}" type="datetimeFigureOut">
              <a:rPr lang="pl-PL" smtClean="0"/>
              <a:t>11.01.2026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FC75B-F432-4FB1-B5C6-3705B22B6689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8725636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5527" y="987058"/>
            <a:ext cx="5126355" cy="1646927"/>
          </a:xfrm>
        </p:spPr>
        <p:txBody>
          <a:bodyPr anchor="b"/>
          <a:lstStyle>
            <a:lvl1pPr>
              <a:defRPr sz="346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5527" y="2649566"/>
            <a:ext cx="5126355" cy="866080"/>
          </a:xfrm>
        </p:spPr>
        <p:txBody>
          <a:bodyPr/>
          <a:lstStyle>
            <a:lvl1pPr marL="0" indent="0">
              <a:buNone/>
              <a:defRPr sz="1386">
                <a:solidFill>
                  <a:schemeClr val="tx1"/>
                </a:solidFill>
              </a:defRPr>
            </a:lvl1pPr>
            <a:lvl2pPr marL="263942" indent="0">
              <a:buNone/>
              <a:defRPr sz="1155">
                <a:solidFill>
                  <a:schemeClr val="tx1">
                    <a:tint val="75000"/>
                  </a:schemeClr>
                </a:solidFill>
              </a:defRPr>
            </a:lvl2pPr>
            <a:lvl3pPr marL="527883" indent="0">
              <a:buNone/>
              <a:defRPr sz="1039">
                <a:solidFill>
                  <a:schemeClr val="tx1">
                    <a:tint val="75000"/>
                  </a:schemeClr>
                </a:solidFill>
              </a:defRPr>
            </a:lvl3pPr>
            <a:lvl4pPr marL="791825" indent="0">
              <a:buNone/>
              <a:defRPr sz="924">
                <a:solidFill>
                  <a:schemeClr val="tx1">
                    <a:tint val="75000"/>
                  </a:schemeClr>
                </a:solidFill>
              </a:defRPr>
            </a:lvl4pPr>
            <a:lvl5pPr marL="1055766" indent="0">
              <a:buNone/>
              <a:defRPr sz="924">
                <a:solidFill>
                  <a:schemeClr val="tx1">
                    <a:tint val="75000"/>
                  </a:schemeClr>
                </a:solidFill>
              </a:defRPr>
            </a:lvl5pPr>
            <a:lvl6pPr marL="1319708" indent="0">
              <a:buNone/>
              <a:defRPr sz="924">
                <a:solidFill>
                  <a:schemeClr val="tx1">
                    <a:tint val="75000"/>
                  </a:schemeClr>
                </a:solidFill>
              </a:defRPr>
            </a:lvl6pPr>
            <a:lvl7pPr marL="1583649" indent="0">
              <a:buNone/>
              <a:defRPr sz="924">
                <a:solidFill>
                  <a:schemeClr val="tx1">
                    <a:tint val="75000"/>
                  </a:schemeClr>
                </a:solidFill>
              </a:defRPr>
            </a:lvl7pPr>
            <a:lvl8pPr marL="1847591" indent="0">
              <a:buNone/>
              <a:defRPr sz="924">
                <a:solidFill>
                  <a:schemeClr val="tx1">
                    <a:tint val="75000"/>
                  </a:schemeClr>
                </a:solidFill>
              </a:defRPr>
            </a:lvl8pPr>
            <a:lvl9pPr marL="2111532" indent="0">
              <a:buNone/>
              <a:defRPr sz="92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919E5-E862-404F-9AAC-942CB37AC68C}" type="datetimeFigureOut">
              <a:rPr lang="pl-PL" smtClean="0"/>
              <a:t>11.01.2026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FC75B-F432-4FB1-B5C6-3705B22B6689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2690499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8623" y="1053960"/>
            <a:ext cx="2526030" cy="25120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08948" y="1053960"/>
            <a:ext cx="2526030" cy="25120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919E5-E862-404F-9AAC-942CB37AC68C}" type="datetimeFigureOut">
              <a:rPr lang="pl-PL" smtClean="0"/>
              <a:t>11.01.2026</a:t>
            </a:fld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FC75B-F432-4FB1-B5C6-3705B22B6689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8199707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9397" y="210793"/>
            <a:ext cx="5126355" cy="765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9397" y="970560"/>
            <a:ext cx="2514421" cy="475657"/>
          </a:xfrm>
        </p:spPr>
        <p:txBody>
          <a:bodyPr anchor="b"/>
          <a:lstStyle>
            <a:lvl1pPr marL="0" indent="0">
              <a:buNone/>
              <a:defRPr sz="1386" b="1"/>
            </a:lvl1pPr>
            <a:lvl2pPr marL="263942" indent="0">
              <a:buNone/>
              <a:defRPr sz="1155" b="1"/>
            </a:lvl2pPr>
            <a:lvl3pPr marL="527883" indent="0">
              <a:buNone/>
              <a:defRPr sz="1039" b="1"/>
            </a:lvl3pPr>
            <a:lvl4pPr marL="791825" indent="0">
              <a:buNone/>
              <a:defRPr sz="924" b="1"/>
            </a:lvl4pPr>
            <a:lvl5pPr marL="1055766" indent="0">
              <a:buNone/>
              <a:defRPr sz="924" b="1"/>
            </a:lvl5pPr>
            <a:lvl6pPr marL="1319708" indent="0">
              <a:buNone/>
              <a:defRPr sz="924" b="1"/>
            </a:lvl6pPr>
            <a:lvl7pPr marL="1583649" indent="0">
              <a:buNone/>
              <a:defRPr sz="924" b="1"/>
            </a:lvl7pPr>
            <a:lvl8pPr marL="1847591" indent="0">
              <a:buNone/>
              <a:defRPr sz="924" b="1"/>
            </a:lvl8pPr>
            <a:lvl9pPr marL="2111532" indent="0">
              <a:buNone/>
              <a:defRPr sz="92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9397" y="1446217"/>
            <a:ext cx="2514421" cy="21271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08948" y="970560"/>
            <a:ext cx="2526804" cy="475657"/>
          </a:xfrm>
        </p:spPr>
        <p:txBody>
          <a:bodyPr anchor="b"/>
          <a:lstStyle>
            <a:lvl1pPr marL="0" indent="0">
              <a:buNone/>
              <a:defRPr sz="1386" b="1"/>
            </a:lvl1pPr>
            <a:lvl2pPr marL="263942" indent="0">
              <a:buNone/>
              <a:defRPr sz="1155" b="1"/>
            </a:lvl2pPr>
            <a:lvl3pPr marL="527883" indent="0">
              <a:buNone/>
              <a:defRPr sz="1039" b="1"/>
            </a:lvl3pPr>
            <a:lvl4pPr marL="791825" indent="0">
              <a:buNone/>
              <a:defRPr sz="924" b="1"/>
            </a:lvl4pPr>
            <a:lvl5pPr marL="1055766" indent="0">
              <a:buNone/>
              <a:defRPr sz="924" b="1"/>
            </a:lvl5pPr>
            <a:lvl6pPr marL="1319708" indent="0">
              <a:buNone/>
              <a:defRPr sz="924" b="1"/>
            </a:lvl6pPr>
            <a:lvl7pPr marL="1583649" indent="0">
              <a:buNone/>
              <a:defRPr sz="924" b="1"/>
            </a:lvl7pPr>
            <a:lvl8pPr marL="1847591" indent="0">
              <a:buNone/>
              <a:defRPr sz="924" b="1"/>
            </a:lvl8pPr>
            <a:lvl9pPr marL="2111532" indent="0">
              <a:buNone/>
              <a:defRPr sz="92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08948" y="1446217"/>
            <a:ext cx="2526804" cy="21271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919E5-E862-404F-9AAC-942CB37AC68C}" type="datetimeFigureOut">
              <a:rPr lang="pl-PL" smtClean="0"/>
              <a:t>11.01.2026</a:t>
            </a:fld>
            <a:endParaRPr lang="pl-P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FC75B-F432-4FB1-B5C6-3705B22B6689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8733101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919E5-E862-404F-9AAC-942CB37AC68C}" type="datetimeFigureOut">
              <a:rPr lang="pl-PL" smtClean="0"/>
              <a:t>11.01.2026</a:t>
            </a:fld>
            <a:endParaRPr lang="pl-P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FC75B-F432-4FB1-B5C6-3705B22B6689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4143550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919E5-E862-404F-9AAC-942CB37AC68C}" type="datetimeFigureOut">
              <a:rPr lang="pl-PL" smtClean="0"/>
              <a:t>11.01.2026</a:t>
            </a:fld>
            <a:endParaRPr lang="pl-P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FC75B-F432-4FB1-B5C6-3705B22B6689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531433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9397" y="263948"/>
            <a:ext cx="1916966" cy="923819"/>
          </a:xfrm>
        </p:spPr>
        <p:txBody>
          <a:bodyPr anchor="b"/>
          <a:lstStyle>
            <a:lvl1pPr>
              <a:defRPr sz="184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26804" y="570056"/>
            <a:ext cx="3008948" cy="2813616"/>
          </a:xfrm>
        </p:spPr>
        <p:txBody>
          <a:bodyPr/>
          <a:lstStyle>
            <a:lvl1pPr>
              <a:defRPr sz="1847"/>
            </a:lvl1pPr>
            <a:lvl2pPr>
              <a:defRPr sz="1616"/>
            </a:lvl2pPr>
            <a:lvl3pPr>
              <a:defRPr sz="1386"/>
            </a:lvl3pPr>
            <a:lvl4pPr>
              <a:defRPr sz="1155"/>
            </a:lvl4pPr>
            <a:lvl5pPr>
              <a:defRPr sz="1155"/>
            </a:lvl5pPr>
            <a:lvl6pPr>
              <a:defRPr sz="1155"/>
            </a:lvl6pPr>
            <a:lvl7pPr>
              <a:defRPr sz="1155"/>
            </a:lvl7pPr>
            <a:lvl8pPr>
              <a:defRPr sz="1155"/>
            </a:lvl8pPr>
            <a:lvl9pPr>
              <a:defRPr sz="115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09397" y="1187768"/>
            <a:ext cx="1916966" cy="2200486"/>
          </a:xfrm>
        </p:spPr>
        <p:txBody>
          <a:bodyPr/>
          <a:lstStyle>
            <a:lvl1pPr marL="0" indent="0">
              <a:buNone/>
              <a:defRPr sz="924"/>
            </a:lvl1pPr>
            <a:lvl2pPr marL="263942" indent="0">
              <a:buNone/>
              <a:defRPr sz="808"/>
            </a:lvl2pPr>
            <a:lvl3pPr marL="527883" indent="0">
              <a:buNone/>
              <a:defRPr sz="693"/>
            </a:lvl3pPr>
            <a:lvl4pPr marL="791825" indent="0">
              <a:buNone/>
              <a:defRPr sz="577"/>
            </a:lvl4pPr>
            <a:lvl5pPr marL="1055766" indent="0">
              <a:buNone/>
              <a:defRPr sz="577"/>
            </a:lvl5pPr>
            <a:lvl6pPr marL="1319708" indent="0">
              <a:buNone/>
              <a:defRPr sz="577"/>
            </a:lvl6pPr>
            <a:lvl7pPr marL="1583649" indent="0">
              <a:buNone/>
              <a:defRPr sz="577"/>
            </a:lvl7pPr>
            <a:lvl8pPr marL="1847591" indent="0">
              <a:buNone/>
              <a:defRPr sz="577"/>
            </a:lvl8pPr>
            <a:lvl9pPr marL="2111532" indent="0">
              <a:buNone/>
              <a:defRPr sz="57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919E5-E862-404F-9AAC-942CB37AC68C}" type="datetimeFigureOut">
              <a:rPr lang="pl-PL" smtClean="0"/>
              <a:t>11.01.2026</a:t>
            </a:fld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FC75B-F432-4FB1-B5C6-3705B22B6689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6512170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9397" y="263948"/>
            <a:ext cx="1916966" cy="923819"/>
          </a:xfrm>
        </p:spPr>
        <p:txBody>
          <a:bodyPr anchor="b"/>
          <a:lstStyle>
            <a:lvl1pPr>
              <a:defRPr sz="184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26804" y="570056"/>
            <a:ext cx="3008948" cy="2813616"/>
          </a:xfrm>
        </p:spPr>
        <p:txBody>
          <a:bodyPr anchor="t"/>
          <a:lstStyle>
            <a:lvl1pPr marL="0" indent="0">
              <a:buNone/>
              <a:defRPr sz="1847"/>
            </a:lvl1pPr>
            <a:lvl2pPr marL="263942" indent="0">
              <a:buNone/>
              <a:defRPr sz="1616"/>
            </a:lvl2pPr>
            <a:lvl3pPr marL="527883" indent="0">
              <a:buNone/>
              <a:defRPr sz="1386"/>
            </a:lvl3pPr>
            <a:lvl4pPr marL="791825" indent="0">
              <a:buNone/>
              <a:defRPr sz="1155"/>
            </a:lvl4pPr>
            <a:lvl5pPr marL="1055766" indent="0">
              <a:buNone/>
              <a:defRPr sz="1155"/>
            </a:lvl5pPr>
            <a:lvl6pPr marL="1319708" indent="0">
              <a:buNone/>
              <a:defRPr sz="1155"/>
            </a:lvl6pPr>
            <a:lvl7pPr marL="1583649" indent="0">
              <a:buNone/>
              <a:defRPr sz="1155"/>
            </a:lvl7pPr>
            <a:lvl8pPr marL="1847591" indent="0">
              <a:buNone/>
              <a:defRPr sz="1155"/>
            </a:lvl8pPr>
            <a:lvl9pPr marL="2111532" indent="0">
              <a:buNone/>
              <a:defRPr sz="1155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09397" y="1187768"/>
            <a:ext cx="1916966" cy="2200486"/>
          </a:xfrm>
        </p:spPr>
        <p:txBody>
          <a:bodyPr/>
          <a:lstStyle>
            <a:lvl1pPr marL="0" indent="0">
              <a:buNone/>
              <a:defRPr sz="924"/>
            </a:lvl1pPr>
            <a:lvl2pPr marL="263942" indent="0">
              <a:buNone/>
              <a:defRPr sz="808"/>
            </a:lvl2pPr>
            <a:lvl3pPr marL="527883" indent="0">
              <a:buNone/>
              <a:defRPr sz="693"/>
            </a:lvl3pPr>
            <a:lvl4pPr marL="791825" indent="0">
              <a:buNone/>
              <a:defRPr sz="577"/>
            </a:lvl4pPr>
            <a:lvl5pPr marL="1055766" indent="0">
              <a:buNone/>
              <a:defRPr sz="577"/>
            </a:lvl5pPr>
            <a:lvl6pPr marL="1319708" indent="0">
              <a:buNone/>
              <a:defRPr sz="577"/>
            </a:lvl6pPr>
            <a:lvl7pPr marL="1583649" indent="0">
              <a:buNone/>
              <a:defRPr sz="577"/>
            </a:lvl7pPr>
            <a:lvl8pPr marL="1847591" indent="0">
              <a:buNone/>
              <a:defRPr sz="577"/>
            </a:lvl8pPr>
            <a:lvl9pPr marL="2111532" indent="0">
              <a:buNone/>
              <a:defRPr sz="57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919E5-E862-404F-9AAC-942CB37AC68C}" type="datetimeFigureOut">
              <a:rPr lang="pl-PL" smtClean="0"/>
              <a:t>11.01.2026</a:t>
            </a:fld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FC75B-F432-4FB1-B5C6-3705B22B6689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5073451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919E5-E862-404F-9AAC-942CB37AC68C}" type="datetimeFigureOut">
              <a:rPr lang="pl-PL" smtClean="0"/>
              <a:t>11.01.2026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FC75B-F432-4FB1-B5C6-3705B22B6689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0702546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253389" y="210792"/>
            <a:ext cx="1281589" cy="335526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08623" y="210792"/>
            <a:ext cx="3770471" cy="335526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919E5-E862-404F-9AAC-942CB37AC68C}" type="datetimeFigureOut">
              <a:rPr lang="pl-PL" smtClean="0"/>
              <a:t>11.01.2026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FC75B-F432-4FB1-B5C6-3705B22B6689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0628628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08623" y="210793"/>
            <a:ext cx="5126355" cy="76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8623" y="1053960"/>
            <a:ext cx="5126355" cy="25120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08623" y="3669616"/>
            <a:ext cx="1337310" cy="2107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9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2919E5-E862-404F-9AAC-942CB37AC68C}" type="datetimeFigureOut">
              <a:rPr lang="pl-PL" smtClean="0"/>
              <a:t>11.01.2026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68818" y="3669616"/>
            <a:ext cx="2005965" cy="2107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9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197668" y="3669616"/>
            <a:ext cx="1337310" cy="2107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9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BFC75B-F432-4FB1-B5C6-3705B22B6689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1117621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527883" rtl="0" eaLnBrk="1" latinLnBrk="0" hangingPunct="1">
        <a:lnSpc>
          <a:spcPct val="90000"/>
        </a:lnSpc>
        <a:spcBef>
          <a:spcPct val="0"/>
        </a:spcBef>
        <a:buNone/>
        <a:defRPr sz="25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31971" indent="-131971" algn="l" defTabSz="527883" rtl="0" eaLnBrk="1" latinLnBrk="0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1616" kern="1200">
          <a:solidFill>
            <a:schemeClr val="tx1"/>
          </a:solidFill>
          <a:latin typeface="+mn-lt"/>
          <a:ea typeface="+mn-ea"/>
          <a:cs typeface="+mn-cs"/>
        </a:defRPr>
      </a:lvl1pPr>
      <a:lvl2pPr marL="395912" indent="-131971" algn="l" defTabSz="527883" rtl="0" eaLnBrk="1" latinLnBrk="0" hangingPunct="1">
        <a:lnSpc>
          <a:spcPct val="90000"/>
        </a:lnSpc>
        <a:spcBef>
          <a:spcPts val="289"/>
        </a:spcBef>
        <a:buFont typeface="Arial" panose="020B0604020202020204" pitchFamily="34" charset="0"/>
        <a:buChar char="•"/>
        <a:defRPr sz="1386" kern="1200">
          <a:solidFill>
            <a:schemeClr val="tx1"/>
          </a:solidFill>
          <a:latin typeface="+mn-lt"/>
          <a:ea typeface="+mn-ea"/>
          <a:cs typeface="+mn-cs"/>
        </a:defRPr>
      </a:lvl2pPr>
      <a:lvl3pPr marL="659854" indent="-131971" algn="l" defTabSz="527883" rtl="0" eaLnBrk="1" latinLnBrk="0" hangingPunct="1">
        <a:lnSpc>
          <a:spcPct val="90000"/>
        </a:lnSpc>
        <a:spcBef>
          <a:spcPts val="289"/>
        </a:spcBef>
        <a:buFont typeface="Arial" panose="020B0604020202020204" pitchFamily="34" charset="0"/>
        <a:buChar char="•"/>
        <a:defRPr sz="1155" kern="1200">
          <a:solidFill>
            <a:schemeClr val="tx1"/>
          </a:solidFill>
          <a:latin typeface="+mn-lt"/>
          <a:ea typeface="+mn-ea"/>
          <a:cs typeface="+mn-cs"/>
        </a:defRPr>
      </a:lvl3pPr>
      <a:lvl4pPr marL="923795" indent="-131971" algn="l" defTabSz="527883" rtl="0" eaLnBrk="1" latinLnBrk="0" hangingPunct="1">
        <a:lnSpc>
          <a:spcPct val="90000"/>
        </a:lnSpc>
        <a:spcBef>
          <a:spcPts val="289"/>
        </a:spcBef>
        <a:buFont typeface="Arial" panose="020B0604020202020204" pitchFamily="34" charset="0"/>
        <a:buChar char="•"/>
        <a:defRPr sz="1039" kern="1200">
          <a:solidFill>
            <a:schemeClr val="tx1"/>
          </a:solidFill>
          <a:latin typeface="+mn-lt"/>
          <a:ea typeface="+mn-ea"/>
          <a:cs typeface="+mn-cs"/>
        </a:defRPr>
      </a:lvl4pPr>
      <a:lvl5pPr marL="1187737" indent="-131971" algn="l" defTabSz="527883" rtl="0" eaLnBrk="1" latinLnBrk="0" hangingPunct="1">
        <a:lnSpc>
          <a:spcPct val="90000"/>
        </a:lnSpc>
        <a:spcBef>
          <a:spcPts val="289"/>
        </a:spcBef>
        <a:buFont typeface="Arial" panose="020B0604020202020204" pitchFamily="34" charset="0"/>
        <a:buChar char="•"/>
        <a:defRPr sz="1039" kern="1200">
          <a:solidFill>
            <a:schemeClr val="tx1"/>
          </a:solidFill>
          <a:latin typeface="+mn-lt"/>
          <a:ea typeface="+mn-ea"/>
          <a:cs typeface="+mn-cs"/>
        </a:defRPr>
      </a:lvl5pPr>
      <a:lvl6pPr marL="1451679" indent="-131971" algn="l" defTabSz="527883" rtl="0" eaLnBrk="1" latinLnBrk="0" hangingPunct="1">
        <a:lnSpc>
          <a:spcPct val="90000"/>
        </a:lnSpc>
        <a:spcBef>
          <a:spcPts val="289"/>
        </a:spcBef>
        <a:buFont typeface="Arial" panose="020B0604020202020204" pitchFamily="34" charset="0"/>
        <a:buChar char="•"/>
        <a:defRPr sz="1039" kern="1200">
          <a:solidFill>
            <a:schemeClr val="tx1"/>
          </a:solidFill>
          <a:latin typeface="+mn-lt"/>
          <a:ea typeface="+mn-ea"/>
          <a:cs typeface="+mn-cs"/>
        </a:defRPr>
      </a:lvl6pPr>
      <a:lvl7pPr marL="1715620" indent="-131971" algn="l" defTabSz="527883" rtl="0" eaLnBrk="1" latinLnBrk="0" hangingPunct="1">
        <a:lnSpc>
          <a:spcPct val="90000"/>
        </a:lnSpc>
        <a:spcBef>
          <a:spcPts val="289"/>
        </a:spcBef>
        <a:buFont typeface="Arial" panose="020B0604020202020204" pitchFamily="34" charset="0"/>
        <a:buChar char="•"/>
        <a:defRPr sz="1039" kern="1200">
          <a:solidFill>
            <a:schemeClr val="tx1"/>
          </a:solidFill>
          <a:latin typeface="+mn-lt"/>
          <a:ea typeface="+mn-ea"/>
          <a:cs typeface="+mn-cs"/>
        </a:defRPr>
      </a:lvl7pPr>
      <a:lvl8pPr marL="1979562" indent="-131971" algn="l" defTabSz="527883" rtl="0" eaLnBrk="1" latinLnBrk="0" hangingPunct="1">
        <a:lnSpc>
          <a:spcPct val="90000"/>
        </a:lnSpc>
        <a:spcBef>
          <a:spcPts val="289"/>
        </a:spcBef>
        <a:buFont typeface="Arial" panose="020B0604020202020204" pitchFamily="34" charset="0"/>
        <a:buChar char="•"/>
        <a:defRPr sz="1039" kern="1200">
          <a:solidFill>
            <a:schemeClr val="tx1"/>
          </a:solidFill>
          <a:latin typeface="+mn-lt"/>
          <a:ea typeface="+mn-ea"/>
          <a:cs typeface="+mn-cs"/>
        </a:defRPr>
      </a:lvl8pPr>
      <a:lvl9pPr marL="2243503" indent="-131971" algn="l" defTabSz="527883" rtl="0" eaLnBrk="1" latinLnBrk="0" hangingPunct="1">
        <a:lnSpc>
          <a:spcPct val="90000"/>
        </a:lnSpc>
        <a:spcBef>
          <a:spcPts val="289"/>
        </a:spcBef>
        <a:buFont typeface="Arial" panose="020B0604020202020204" pitchFamily="34" charset="0"/>
        <a:buChar char="•"/>
        <a:defRPr sz="103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27883" rtl="0" eaLnBrk="1" latinLnBrk="0" hangingPunct="1">
        <a:defRPr sz="1039" kern="1200">
          <a:solidFill>
            <a:schemeClr val="tx1"/>
          </a:solidFill>
          <a:latin typeface="+mn-lt"/>
          <a:ea typeface="+mn-ea"/>
          <a:cs typeface="+mn-cs"/>
        </a:defRPr>
      </a:lvl1pPr>
      <a:lvl2pPr marL="263942" algn="l" defTabSz="527883" rtl="0" eaLnBrk="1" latinLnBrk="0" hangingPunct="1">
        <a:defRPr sz="1039" kern="1200">
          <a:solidFill>
            <a:schemeClr val="tx1"/>
          </a:solidFill>
          <a:latin typeface="+mn-lt"/>
          <a:ea typeface="+mn-ea"/>
          <a:cs typeface="+mn-cs"/>
        </a:defRPr>
      </a:lvl2pPr>
      <a:lvl3pPr marL="527883" algn="l" defTabSz="527883" rtl="0" eaLnBrk="1" latinLnBrk="0" hangingPunct="1">
        <a:defRPr sz="1039" kern="1200">
          <a:solidFill>
            <a:schemeClr val="tx1"/>
          </a:solidFill>
          <a:latin typeface="+mn-lt"/>
          <a:ea typeface="+mn-ea"/>
          <a:cs typeface="+mn-cs"/>
        </a:defRPr>
      </a:lvl3pPr>
      <a:lvl4pPr marL="791825" algn="l" defTabSz="527883" rtl="0" eaLnBrk="1" latinLnBrk="0" hangingPunct="1">
        <a:defRPr sz="1039" kern="1200">
          <a:solidFill>
            <a:schemeClr val="tx1"/>
          </a:solidFill>
          <a:latin typeface="+mn-lt"/>
          <a:ea typeface="+mn-ea"/>
          <a:cs typeface="+mn-cs"/>
        </a:defRPr>
      </a:lvl4pPr>
      <a:lvl5pPr marL="1055766" algn="l" defTabSz="527883" rtl="0" eaLnBrk="1" latinLnBrk="0" hangingPunct="1">
        <a:defRPr sz="1039" kern="1200">
          <a:solidFill>
            <a:schemeClr val="tx1"/>
          </a:solidFill>
          <a:latin typeface="+mn-lt"/>
          <a:ea typeface="+mn-ea"/>
          <a:cs typeface="+mn-cs"/>
        </a:defRPr>
      </a:lvl5pPr>
      <a:lvl6pPr marL="1319708" algn="l" defTabSz="527883" rtl="0" eaLnBrk="1" latinLnBrk="0" hangingPunct="1">
        <a:defRPr sz="1039" kern="1200">
          <a:solidFill>
            <a:schemeClr val="tx1"/>
          </a:solidFill>
          <a:latin typeface="+mn-lt"/>
          <a:ea typeface="+mn-ea"/>
          <a:cs typeface="+mn-cs"/>
        </a:defRPr>
      </a:lvl6pPr>
      <a:lvl7pPr marL="1583649" algn="l" defTabSz="527883" rtl="0" eaLnBrk="1" latinLnBrk="0" hangingPunct="1">
        <a:defRPr sz="1039" kern="1200">
          <a:solidFill>
            <a:schemeClr val="tx1"/>
          </a:solidFill>
          <a:latin typeface="+mn-lt"/>
          <a:ea typeface="+mn-ea"/>
          <a:cs typeface="+mn-cs"/>
        </a:defRPr>
      </a:lvl7pPr>
      <a:lvl8pPr marL="1847591" algn="l" defTabSz="527883" rtl="0" eaLnBrk="1" latinLnBrk="0" hangingPunct="1">
        <a:defRPr sz="1039" kern="1200">
          <a:solidFill>
            <a:schemeClr val="tx1"/>
          </a:solidFill>
          <a:latin typeface="+mn-lt"/>
          <a:ea typeface="+mn-ea"/>
          <a:cs typeface="+mn-cs"/>
        </a:defRPr>
      </a:lvl8pPr>
      <a:lvl9pPr marL="2111532" algn="l" defTabSz="527883" rtl="0" eaLnBrk="1" latinLnBrk="0" hangingPunct="1">
        <a:defRPr sz="103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2" name="Picture 18">
            <a:extLst>
              <a:ext uri="{FF2B5EF4-FFF2-40B4-BE49-F238E27FC236}">
                <a16:creationId xmlns:a16="http://schemas.microsoft.com/office/drawing/2014/main" id="{367FC9F4-C3CB-4606-19B8-682DBC8A57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5" y="0"/>
            <a:ext cx="5938838" cy="3959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377726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</TotalTime>
  <Words>0</Words>
  <Application>Microsoft Office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Nowicki, Marcin</dc:creator>
  <cp:lastModifiedBy>Nowicki, Marcin</cp:lastModifiedBy>
  <cp:revision>7</cp:revision>
  <dcterms:created xsi:type="dcterms:W3CDTF">2026-01-11T21:42:47Z</dcterms:created>
  <dcterms:modified xsi:type="dcterms:W3CDTF">2026-01-11T21:46:18Z</dcterms:modified>
</cp:coreProperties>
</file>